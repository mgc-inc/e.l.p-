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635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週次ゴール進捗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2026-W27 ／ 2026-06-30 ／ 対象 7名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メンバー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78308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テーマ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830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現在ステージ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783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三浦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1945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①型を知る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2176272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2304288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76148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今川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76148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チームの成約を仕組み化する（マネジメント）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6148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①型を知る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27432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03920" y="2871216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328416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3328416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328416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②練習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3310128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20%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3438144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503920" y="3438144"/>
            <a:ext cx="420624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89534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3895344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895344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②練習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0" y="387705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13%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03920" y="4005072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503920" y="4005072"/>
            <a:ext cx="273405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46227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戸田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6227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46227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①型を知る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98480" y="444398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03920" y="4572000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0292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藤江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502920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0292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①型を知る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5010912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03920" y="5138928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59612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門田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59612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559612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①型を知る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0" y="55778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03920" y="5705856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三浦（ピタサチ・営業）｜契約を安定させる（クローザー）</a:t>
            </a:r>
          </a:p>
        </p:txBody>
      </p:sp>
      <p:pic>
        <p:nvPicPr>
          <p:cNvPr id="3" name="Picture 2" descr="tmp2i9_0vt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77708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まずは現状の勝ち負けを言語化する（①型を知る）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②練習へ：苦手ケースの切り返しをロープレ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今川（E.L.P・営業部長）｜チームの成約を仕組み化する（マネジメント）</a:t>
            </a:r>
          </a:p>
        </p:txBody>
      </p:sp>
      <p:pic>
        <p:nvPicPr>
          <p:cNvPr id="3" name="Picture 2" descr="tmpixnx05q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77708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各メンバーの型を引き出し、チーム全体の成約率を底上げできている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まずは各メンバーの勝ち負けと現在地を把握する（①型を知る）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②練習へ：1on1の問いかけ設計を用意する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宮腰（wanny・戸田指導）｜契約を安定させる（クローザー）</a:t>
            </a:r>
          </a:p>
        </p:txBody>
      </p:sp>
      <p:pic>
        <p:nvPicPr>
          <p:cNvPr id="3" name="Picture 2" descr="tmp30_a74h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77708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20%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713232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苦手ケースの切り返しをロープレで固める（②練習・進行中）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③実践へ：商談前に型の要点を確認する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岡野（wanny）｜契約を安定させる（クローザー）</a:t>
            </a:r>
          </a:p>
        </p:txBody>
      </p:sp>
      <p:pic>
        <p:nvPicPr>
          <p:cNvPr id="3" name="Picture 2" descr="tmp6vwolu8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86400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13%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463600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苦手ケースの切り返しをロープレで固める（②練習・進行中）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③実践へ：商談前に型の要点を確認する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戸田（wanny・宮腰指導）｜契約を安定させる（クローザー）</a:t>
            </a:r>
          </a:p>
        </p:txBody>
      </p:sp>
      <p:pic>
        <p:nvPicPr>
          <p:cNvPr id="3" name="Picture 2" descr="tmpj9fbmk8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77708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まずは現状の勝ち負けを言語化する（①型を知る）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②練習へ：苦手ケースの切り返しをロープレ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藤江（ピタサチ・営業）｜契約を安定させる（クローザー）</a:t>
            </a:r>
          </a:p>
        </p:txBody>
      </p:sp>
      <p:pic>
        <p:nvPicPr>
          <p:cNvPr id="3" name="Picture 2" descr="tmpzno7fch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77708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まずは現状の勝ち負けを言語化する（①型を知る）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②練習へ：苦手ケースの切り返しをロープレ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門田（ピタサチ・役員兼営業）｜契約を安定させる（クローザー）</a:t>
            </a:r>
          </a:p>
        </p:txBody>
      </p:sp>
      <p:pic>
        <p:nvPicPr>
          <p:cNvPr id="3" name="Picture 2" descr="tmpqglk2x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777713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まずは現状の勝ち負けを言語化する（①型を知る）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②練習へ：苦手ケースの切り返しをロープレ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