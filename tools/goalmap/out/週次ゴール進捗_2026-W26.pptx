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2026-06-26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315468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wfyew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bgm172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77713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15%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5349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苦手ケースの切り返しをロープレで固める（②練習・進行中）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③実践へ：商談前に型の要点を確認する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