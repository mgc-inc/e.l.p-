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2026-W26 ／ 2026-06-26 ／ 対象 2名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2304288"/>
            <a:ext cx="4206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20" y="2871216"/>
            <a:ext cx="315468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k0u12c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713232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m30nng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5349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