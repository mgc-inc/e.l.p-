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635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週次ゴール進捗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2026-W26 ／ 2026-06-26 ／ 対象 2名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メンバー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78308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テーマ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830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現在ステージ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783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945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217627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2304288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03920" y="2304288"/>
            <a:ext cx="4206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7614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76148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7614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2743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2871216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03920" y="2871216"/>
            <a:ext cx="315468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宮腰（wanny・戸田指導）｜契約を安定させる（クローザー）</a:t>
            </a:r>
          </a:p>
        </p:txBody>
      </p:sp>
      <p:pic>
        <p:nvPicPr>
          <p:cNvPr id="3" name="Picture 2" descr="tmpdx_j2q1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713232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岡野（wanny）｜契約を安定させる（クローザー）</a:t>
            </a:r>
          </a:p>
        </p:txBody>
      </p:sp>
      <p:pic>
        <p:nvPicPr>
          <p:cNvPr id="3" name="Picture 2" descr="tmp1_ff12s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777713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5349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