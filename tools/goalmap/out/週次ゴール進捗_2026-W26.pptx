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6sqizv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0j4dd5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