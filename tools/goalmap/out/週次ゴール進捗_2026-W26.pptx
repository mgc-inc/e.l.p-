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2026-06-25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rhk3z2y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wlid3n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