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6t6ql_3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sjv2ymh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