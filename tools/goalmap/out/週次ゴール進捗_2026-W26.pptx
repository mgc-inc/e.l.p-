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7名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チームの成約を仕組み化する（マネジメント）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2841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284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284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1012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3438144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3438144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953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89534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953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387705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4005072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03920" y="4005072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6227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622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444398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4572000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029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50109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513892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59612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5961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59612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5577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570585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三浦（ピタサチ・営業）｜契約を安定させる（クローザー）</a:t>
            </a:r>
          </a:p>
        </p:txBody>
      </p:sp>
      <p:pic>
        <p:nvPicPr>
          <p:cNvPr id="3" name="Picture 2" descr="tmpratnvu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今川（E.L.P・営業部長）｜チームの成約を仕組み化する（マネジメント）</a:t>
            </a:r>
          </a:p>
        </p:txBody>
      </p:sp>
      <p:pic>
        <p:nvPicPr>
          <p:cNvPr id="3" name="Picture 2" descr="tmpxbdt9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各メンバーの型を引き出し、チーム全体の成約率を底上げできている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まずは各メンバーの勝ち負けと現在地を把握する（①型を知る）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②練習へ：1on1の問いかけ設計を用意する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4nso4r0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v2i6zbt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戸田（wanny・宮腰指導）｜契約を安定させる（クローザー）</a:t>
            </a:r>
          </a:p>
        </p:txBody>
      </p:sp>
      <p:pic>
        <p:nvPicPr>
          <p:cNvPr id="3" name="Picture 2" descr="tmppz1bql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藤江（ピタサチ・営業）｜契約を安定させる（クローザー）</a:t>
            </a:r>
          </a:p>
        </p:txBody>
      </p:sp>
      <p:pic>
        <p:nvPicPr>
          <p:cNvPr id="3" name="Picture 2" descr="tmpluu_r2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門田（ピタサチ・役員兼営業）｜契約を安定させる（クローザー）</a:t>
            </a:r>
          </a:p>
        </p:txBody>
      </p:sp>
      <p:pic>
        <p:nvPicPr>
          <p:cNvPr id="3" name="Picture 2" descr="tmpklm2mh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