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2026-06-25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0gg3bb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vjk3cg5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