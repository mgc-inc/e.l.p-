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635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週次ゴール進捗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2026-W26 ／ 2026-06-26 ／ 対象 7名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メンバー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8308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テーマ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現在ステージ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三浦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945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1762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304288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今川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614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チームの成約を仕組み化する（マネジメント）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614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7432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871216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宮腰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284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②練習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31012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438144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438144"/>
            <a:ext cx="420624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953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岡野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8953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9534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②練習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87705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13%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4005072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03920" y="4005072"/>
            <a:ext cx="273405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622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戸田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6227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622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444398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4572000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藤江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029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29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501091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5138928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596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門田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5961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契約を安定させる（クローザー）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596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①型を知る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55778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5705856"/>
            <a:ext cx="210312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三浦（ピタサチ・営業）｜契約を安定させる（クローザー）</a:t>
            </a:r>
          </a:p>
        </p:txBody>
      </p:sp>
      <p:pic>
        <p:nvPicPr>
          <p:cNvPr id="3" name="Picture 2" descr="tmpj3f84z5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今川（E.L.P・営業部長）｜チームの成約を仕組み化する（マネジメント）</a:t>
            </a:r>
          </a:p>
        </p:txBody>
      </p:sp>
      <p:pic>
        <p:nvPicPr>
          <p:cNvPr id="3" name="Picture 2" descr="tmpelq2xiz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各メンバーの型を引き出し、チーム全体の成約率を底上げできている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まずは各メンバーの勝ち負けと現在地を把握する（①型を知る）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②練習へ：1on1の問いかけ設計を用意する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宮腰（wanny・戸田指導）｜契約を安定させる（クローザー）</a:t>
            </a:r>
          </a:p>
        </p:txBody>
      </p:sp>
      <p:pic>
        <p:nvPicPr>
          <p:cNvPr id="3" name="Picture 2" descr="tmpt30j1w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920240"/>
            <a:ext cx="713232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苦手ケースの切り返しをロープレで固める（②練習・進行中）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③実践へ：商談前に型の要点を確認する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岡野（wanny）｜契約を安定させる（クローザー）</a:t>
            </a:r>
          </a:p>
        </p:txBody>
      </p:sp>
      <p:pic>
        <p:nvPicPr>
          <p:cNvPr id="3" name="Picture 2" descr="tmp9eg_fc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86400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13%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920240"/>
            <a:ext cx="463600" cy="146304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苦手ケースの切り返しをロープレで固める（②練習・進行中）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③実践へ：商談前に型の要点を確認する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戸田（wanny・宮腰指導）｜契約を安定させる（クローザー）</a:t>
            </a:r>
          </a:p>
        </p:txBody>
      </p:sp>
      <p:pic>
        <p:nvPicPr>
          <p:cNvPr id="3" name="Picture 2" descr="tmp9ta62j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藤江（ピタサチ・営業）｜契約を安定させる（クローザー）</a:t>
            </a:r>
          </a:p>
        </p:txBody>
      </p:sp>
      <p:pic>
        <p:nvPicPr>
          <p:cNvPr id="3" name="Picture 2" descr="tmpe7b0xy7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7770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門田（ピタサチ・役員兼営業）｜契約を安定させる（クローザー）</a:t>
            </a:r>
          </a:p>
        </p:txBody>
      </p:sp>
      <p:pic>
        <p:nvPicPr>
          <p:cNvPr id="3" name="Picture 2" descr="tmpbc_q4pb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777713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00584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達成率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9E75"/>
                </a:solidFill>
                <a:latin typeface="Hiragino Sans"/>
                <a:ea typeface="Hiragino Sans"/>
                <a:cs typeface="Hiragino Sans"/>
              </a:rPr>
              <a:t>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46304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2860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357CC"/>
                </a:solidFill>
                <a:latin typeface="Hiragino Sans"/>
                <a:ea typeface="Hiragino Sans"/>
                <a:cs typeface="Hiragino Sans"/>
              </a:rPr>
              <a:t>ゴール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客層を問わず自分の型で契約まで運び、成約が安定する</a:t>
            </a:r>
          </a:p>
          <a:p>
            <a:pPr algn="l"/>
            <a:r>
              <a:rPr sz="1200" b="1">
                <a:solidFill>
                  <a:srgbClr val="EF9F27"/>
                </a:solidFill>
                <a:latin typeface="Hiragino Sans"/>
                <a:ea typeface="Hiragino Sans"/>
                <a:cs typeface="Hiragino Sans"/>
              </a:rPr>
              <a:t>今週のフォーカス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まずは現状の勝ち負けを言語化する（①型を知る）</a:t>
            </a:r>
          </a:p>
          <a:p>
            <a:pPr algn="l"/>
            <a:r>
              <a:rPr sz="1200" b="1">
                <a:solidFill>
                  <a:srgbClr val="67707A"/>
                </a:solidFill>
                <a:latin typeface="Hiragino Sans"/>
                <a:ea typeface="Hiragino Sans"/>
                <a:cs typeface="Hiragino Sans"/>
              </a:rPr>
              <a:t>ネクストアクション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Hiragino Sans"/>
                <a:ea typeface="Hiragino Sans"/>
                <a:cs typeface="Hiragino Sans"/>
              </a:rPr>
              <a:t>②練習へ：苦手ケースの切り返しをロープレ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