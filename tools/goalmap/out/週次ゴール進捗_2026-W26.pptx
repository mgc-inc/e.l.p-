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635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週次ゴール進捗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2026-W26 ／ 2026-06-25 ／ 対象 2名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メンバー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78308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テーマ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7830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現在ステージ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783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宮腰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1945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②練習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2176272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20%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2304288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03920" y="2304288"/>
            <a:ext cx="420624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761488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岡野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761488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76148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③実践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27432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31%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2871216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03920" y="2871216"/>
            <a:ext cx="651967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宮腰（wanny・戸田指導）｜契約を安定させる（クローザー）</a:t>
            </a:r>
          </a:p>
        </p:txBody>
      </p:sp>
      <p:pic>
        <p:nvPicPr>
          <p:cNvPr id="3" name="Picture 2" descr="tmpzh8416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6277708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20%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1920240"/>
            <a:ext cx="713232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苦手ケースの切り返しをロープレで固める（②練習・進行中）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③実践へ：商談前に型の要点を確認する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岡野（wanny）｜契約を安定させる（クローザー）</a:t>
            </a:r>
          </a:p>
        </p:txBody>
      </p:sp>
      <p:pic>
        <p:nvPicPr>
          <p:cNvPr id="3" name="Picture 2" descr="tmp3os7f7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777713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31%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1920240"/>
            <a:ext cx="1105509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商談で型を意図的に使い、手応えを毎回メモする（③実践）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ネック処理を1商談で意図的に試す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